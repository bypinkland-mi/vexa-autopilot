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b1d96e5aad4370" /><Relationship Type="http://schemas.openxmlformats.org/officeDocument/2006/relationships/extended-properties" Target="/docProps/app.xml" Id="R71dd9e998a464f9f" /><Relationship Type="http://schemas.openxmlformats.org/officeDocument/2006/relationships/officeDocument" Target="/ppt/presentation.xml" Id="Rba2a6b636c61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7727ddab640a4"/>
  </p:sldMasterIdLst>
  <p:notesMasterIdLst>
    <p:notesMasterId xmlns:r="http://schemas.openxmlformats.org/officeDocument/2006/relationships" r:id="R2944741931c04e83"/>
  </p:notesMasterIdLst>
  <p:sldIdLst>
    <p:sldId xmlns:r="http://schemas.openxmlformats.org/officeDocument/2006/relationships" id="256" r:id="R707e6a8dbdc345d4"/>
    <p:sldId xmlns:r="http://schemas.openxmlformats.org/officeDocument/2006/relationships" id="257" r:id="R5282b554ffd14030"/>
    <p:sldId xmlns:r="http://schemas.openxmlformats.org/officeDocument/2006/relationships" id="258" r:id="R6eaf6623cd674195"/>
    <p:sldId xmlns:r="http://schemas.openxmlformats.org/officeDocument/2006/relationships" id="259" r:id="R9646bd04a2b644b8"/>
    <p:sldId xmlns:r="http://schemas.openxmlformats.org/officeDocument/2006/relationships" id="260" r:id="Rf2bdece186b349e9"/>
    <p:sldId xmlns:r="http://schemas.openxmlformats.org/officeDocument/2006/relationships" id="261" r:id="R09f025e21828460a"/>
    <p:sldId xmlns:r="http://schemas.openxmlformats.org/officeDocument/2006/relationships" id="262" r:id="R99e0130ba4fc41ba"/>
    <p:sldId xmlns:r="http://schemas.openxmlformats.org/officeDocument/2006/relationships" id="263" r:id="R43843e1a02fa42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d23512bbf41fb" /><Relationship Type="http://schemas.openxmlformats.org/officeDocument/2006/relationships/slideMaster" Target="/ppt/slideMasters/slideMaster1.xml" Id="R1c77727ddab640a4" /><Relationship Type="http://schemas.openxmlformats.org/officeDocument/2006/relationships/notesMaster" Target="/ppt/notesMasters/notesMaster1.xml" Id="R2944741931c04e83" /><Relationship Type="http://schemas.openxmlformats.org/officeDocument/2006/relationships/presProps" Target="/ppt/presProps.xml" Id="R42ce410b3ffe41ff" /><Relationship Type="http://schemas.openxmlformats.org/officeDocument/2006/relationships/tableStyles" Target="/ppt/tableStyles.xml" Id="R522bdd5bdfeb4350" /><Relationship Type="http://schemas.openxmlformats.org/officeDocument/2006/relationships/slide" Target="/ppt/slides/slide1.xml" Id="R707e6a8dbdc345d4" /><Relationship Type="http://schemas.openxmlformats.org/officeDocument/2006/relationships/slide" Target="/ppt/slides/slide2.xml" Id="R5282b554ffd14030" /><Relationship Type="http://schemas.openxmlformats.org/officeDocument/2006/relationships/slide" Target="/ppt/slides/slide3.xml" Id="R6eaf6623cd674195" /><Relationship Type="http://schemas.openxmlformats.org/officeDocument/2006/relationships/slide" Target="/ppt/slides/slide4.xml" Id="R9646bd04a2b644b8" /><Relationship Type="http://schemas.openxmlformats.org/officeDocument/2006/relationships/slide" Target="/ppt/slides/slide5.xml" Id="Rf2bdece186b349e9" /><Relationship Type="http://schemas.openxmlformats.org/officeDocument/2006/relationships/slide" Target="/ppt/slides/slide6.xml" Id="R09f025e21828460a" /><Relationship Type="http://schemas.openxmlformats.org/officeDocument/2006/relationships/slide" Target="/ppt/slides/slide7.xml" Id="R99e0130ba4fc41ba" /><Relationship Type="http://schemas.openxmlformats.org/officeDocument/2006/relationships/slide" Target="/ppt/slides/slide8.xml" Id="R43843e1a02fa42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43d8b536b45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f2b42695164872" /><Relationship Type="http://schemas.openxmlformats.org/officeDocument/2006/relationships/notesMaster" Target="/ppt/notesMasters/notesMaster1.xml" Id="R5129b755238d4a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5247bdb2a4710" /><Relationship Type="http://schemas.openxmlformats.org/officeDocument/2006/relationships/notesMaster" Target="/ppt/notesMasters/notesMaster1.xml" Id="R9902827aba92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6963da41642e4" /><Relationship Type="http://schemas.openxmlformats.org/officeDocument/2006/relationships/notesMaster" Target="/ppt/notesMasters/notesMaster1.xml" Id="R31a5c2bea1f64b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b42ba7cb4a4af9" /><Relationship Type="http://schemas.openxmlformats.org/officeDocument/2006/relationships/notesMaster" Target="/ppt/notesMasters/notesMaster1.xml" Id="R23da5757590b4e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3566bb3e594124" /><Relationship Type="http://schemas.openxmlformats.org/officeDocument/2006/relationships/notesMaster" Target="/ppt/notesMasters/notesMaster1.xml" Id="R20167abe07ac49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7dce6796cc4d16" /><Relationship Type="http://schemas.openxmlformats.org/officeDocument/2006/relationships/notesMaster" Target="/ppt/notesMasters/notesMaster1.xml" Id="R38c9950a1f5044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354af3a1a9451c" /><Relationship Type="http://schemas.openxmlformats.org/officeDocument/2006/relationships/notesMaster" Target="/ppt/notesMasters/notesMaster1.xml" Id="Redd874fdd3dd4f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4cfe040464f63" /><Relationship Type="http://schemas.openxmlformats.org/officeDocument/2006/relationships/notesMaster" Target="/ppt/notesMasters/notesMaster1.xml" Id="Rafce24ca4f90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6b66b2f364a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0bf56e700e469c" /><Relationship Type="http://schemas.openxmlformats.org/officeDocument/2006/relationships/slideLayout" Target="/ppt/slideLayouts/slideLayout1.xml" Id="Rd5088997c632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88997c632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8771a545841ae" /><Relationship Type="http://schemas.openxmlformats.org/officeDocument/2006/relationships/image" Target="/ppt/media/image.png" Id="R486a0ffc36a14d2d" /><Relationship Type="http://schemas.openxmlformats.org/officeDocument/2006/relationships/notesSlide" Target="/ppt/notesSlides/notesSlide1.xml" Id="Rdb298ef00d6848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c0ab8beec44b8" /><Relationship Type="http://schemas.openxmlformats.org/officeDocument/2006/relationships/notesSlide" Target="/ppt/notesSlides/notesSlide2.xml" Id="R95361581b034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ea0216d15493b" /><Relationship Type="http://schemas.openxmlformats.org/officeDocument/2006/relationships/notesSlide" Target="/ppt/notesSlides/notesSlide3.xml" Id="Ra08a6b07890441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958b44684ba6" /><Relationship Type="http://schemas.openxmlformats.org/officeDocument/2006/relationships/notesSlide" Target="/ppt/notesSlides/notesSlide4.xml" Id="Ra7fa9d6fc414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67cc0cbeb4003" /><Relationship Type="http://schemas.openxmlformats.org/officeDocument/2006/relationships/image" Target="/ppt/media/image2.png" Id="Ra3b16d9127664469" /><Relationship Type="http://schemas.openxmlformats.org/officeDocument/2006/relationships/notesSlide" Target="/ppt/notesSlides/notesSlide5.xml" Id="Rf30c16eeac8e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a32cbccaa45e4" /><Relationship Type="http://schemas.openxmlformats.org/officeDocument/2006/relationships/notesSlide" Target="/ppt/notesSlides/notesSlide6.xml" Id="Rbd3908582b6443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0163d6ad4579" /><Relationship Type="http://schemas.openxmlformats.org/officeDocument/2006/relationships/notesSlide" Target="/ppt/notesSlides/notesSlide7.xml" Id="Rf2c7429a5a8347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9f48d2b014c98" /><Relationship Type="http://schemas.openxmlformats.org/officeDocument/2006/relationships/notesSlide" Target="/ppt/notesSlides/notesSlide8.xml" Id="Rab012c472ba040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4C34AF-5517-43C9-87D5-F85F17F7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Vexa Autopilot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B46797-CCEC-4F14-8D71-AAE735D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Qwen browser-agent sandbox with evidence and approval gates</a:t>
            </a:r>
          </a:p>
        </p:txBody>
      </p:sp>
      <p:sp>
        <p:nvSpPr>
          <p:cNvPr id="3" name="cover-media-field">
            <a:extLst xmlns:a="http://schemas.openxmlformats.org/drawingml/2006/main">
              <a:ext uri="{FF2B5EF4-FFF2-40B4-BE49-F238E27FC236}">
                <a16:creationId xmlns:a16="http://schemas.microsoft.com/office/drawing/2014/main" id="{6B1AC771-94E1-427B-8FB1-8CD6ED1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398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a0ffc36a14d2d"/>
          <a:srcRect xmlns:a="http://schemas.openxmlformats.org/drawingml/2006/main" l="28410" t="0" r="284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457200"/>
            <a:ext cx="3695700" cy="5943600"/>
          </a:xfrm>
          <a:prstGeom xmlns:a="http://schemas.openxmlformats.org/drawingml/2006/main" prst="rect">
            <a:avLst/>
          </a:prstGeom>
        </p:spPr>
      </p:pic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7E1229B-488C-4B6E-80FA-AC30850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ck">
            <a:extLst xmlns:a="http://schemas.openxmlformats.org/drawingml/2006/main">
              <a:ext uri="{FF2B5EF4-FFF2-40B4-BE49-F238E27FC236}">
                <a16:creationId xmlns:a16="http://schemas.microsoft.com/office/drawing/2014/main" id="{1008EDD4-AB58-4085-A848-F6175CAA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B8E"/>
                </a:solidFill>
              </a:defRPr>
            </a:pPr>
            <a:r>
              <a:rPr sz="1800" b="1">
                <a:solidFill>
                  <a:srgbClr val="0F9B8E"/>
                </a:solidFill>
              </a:rPr>
              <a:t>Track 4: Autopilot Agent</a:t>
            </a:r>
          </a:p>
        </p:txBody>
      </p:sp>
      <p:sp>
        <p:nvSpPr>
          <p:cNvPr id="7" name="repo">
            <a:extLst xmlns:a="http://schemas.openxmlformats.org/drawingml/2006/main">
              <a:ext uri="{FF2B5EF4-FFF2-40B4-BE49-F238E27FC236}">
                <a16:creationId xmlns:a16="http://schemas.microsoft.com/office/drawing/2014/main" id="{B8021C87-9FE2-4523-97D2-30D45C2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Public repo: github.com/bypinkland-mi/vexa-autopilot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29B8144-1D50-4C11-A61E-83ADF88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F35F70-69C9-4FC6-9A5E-E2B321AF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4179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9366A6-9DB4-4DA1-A084-28F91A0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Why this agent matters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2F27D9-9F04-4658-9414-0CC9B26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Browser automation is only useful if it can explain what it saw and stop before risky actions.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0BB7C9-6E7E-4A87-806F-E6A0514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7FCA80-987F-41C3-B478-280AD36B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C6209DE0-66A6-4E68-BC92-CB8AA92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2CA959F-7592-4418-88B9-2AEEE18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2413D"/>
                </a:solidFill>
              </a:defRPr>
            </a:pPr>
            <a:r>
              <a:rPr sz="3750" b="1">
                <a:solidFill>
                  <a:srgbClr val="C2413D"/>
                </a:solidFill>
              </a:rPr>
              <a:t>30 vs 14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C2440DE-43C9-4F0B-BC29-B7F78E7D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152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Policy mismatch detected between refund page and checkout copy.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14A2F916-6D98-4F82-A3D4-E3A353A9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B6890B7-356F-4BFC-8F47-ED151B0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FACC175-BFC8-4D7E-A594-7B616B6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52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Sandbox browser steps: navigate, click, extract, compare, pause.</a:t>
            </a:r>
          </a:p>
        </p:txBody>
      </p:sp>
      <p:sp>
        <p:nvSpPr>
          <p:cNvPr id="11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D68112A-2E9F-4A93-A359-6F1904E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8F3C5E1-4273-4169-9F9B-42574E7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9B8E"/>
                </a:solidFill>
              </a:defRPr>
            </a:pPr>
            <a:r>
              <a:rPr sz="3750" b="1">
                <a:solidFill>
                  <a:srgbClr val="0F9B8E"/>
                </a:solidFill>
              </a:rPr>
              <a:t>0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2339ED7-8776-4A31-9D04-CD68E1E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2152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Real customer messages sent automatically.</a:t>
            </a:r>
          </a:p>
        </p:txBody>
      </p:sp>
      <p:sp>
        <p:nvSpPr>
          <p:cNvPr id="1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A799E76C-F14C-4489-80E4-76DFE9D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533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80CCA5A-913B-40DA-97F4-2E8A913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MIT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E664CF1-D151-4ABF-936D-BA0EFCAF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2114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Open-source repo ready for Devpost judging.</a:t>
            </a:r>
          </a:p>
        </p:txBody>
      </p:sp>
    </p:spTree>
    <p:extLst>
      <p:ext uri="{BB962C8B-B14F-4D97-AF65-F5344CB8AC3E}">
        <p14:creationId xmlns:p14="http://schemas.microsoft.com/office/powerpoint/2010/main" val="1840480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CE669-3777-4948-AB0A-65D53BC9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Autopilot workflow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21A704-C3A3-401B-9AFB-5CAFD84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narrow business task runs through model planning, deterministic browser execution, evidence capture, and human approval.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EEBCE3-03BF-4E0F-9238-760F865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C262A0-CDC4-4D6F-B307-80694D8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step-panel">
            <a:extLst xmlns:a="http://schemas.openxmlformats.org/drawingml/2006/main">
              <a:ext uri="{FF2B5EF4-FFF2-40B4-BE49-F238E27FC236}">
                <a16:creationId xmlns:a16="http://schemas.microsoft.com/office/drawing/2014/main" id="{2F6DECA7-0E40-4B16-95FE-70B78B1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309F661-4A1D-4063-83C0-CEC6E17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7" name="step-title">
            <a:extLst xmlns:a="http://schemas.openxmlformats.org/drawingml/2006/main">
              <a:ext uri="{FF2B5EF4-FFF2-40B4-BE49-F238E27FC236}">
                <a16:creationId xmlns:a16="http://schemas.microsoft.com/office/drawing/2014/main" id="{54B017A6-F667-498F-8E91-759DFB2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Business objective</a:t>
            </a:r>
          </a:p>
        </p:txBody>
      </p:sp>
      <p:sp>
        <p:nvSpPr>
          <p:cNvPr id="8" name="step-body">
            <a:extLst xmlns:a="http://schemas.openxmlformats.org/drawingml/2006/main">
              <a:ext uri="{FF2B5EF4-FFF2-40B4-BE49-F238E27FC236}">
                <a16:creationId xmlns:a16="http://schemas.microsoft.com/office/drawing/2014/main" id="{3A15F1D5-63EB-4D13-8169-4DAD364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Reviewer asks Vexa to inspect a storefront refund policy and checkout copy.</a:t>
            </a:r>
          </a:p>
        </p:txBody>
      </p:sp>
      <p:sp>
        <p:nvSpPr>
          <p:cNvPr id="9" name="step-panel">
            <a:extLst xmlns:a="http://schemas.openxmlformats.org/drawingml/2006/main">
              <a:ext uri="{FF2B5EF4-FFF2-40B4-BE49-F238E27FC236}">
                <a16:creationId xmlns:a16="http://schemas.microsoft.com/office/drawing/2014/main" id="{D44DBD43-63CA-4896-A929-16039E3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750D610-57FE-49FF-888E-8FF50642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B8E"/>
                </a:solidFill>
              </a:defRPr>
            </a:pPr>
            <a:r>
              <a:rPr sz="2100" b="1">
                <a:solidFill>
                  <a:srgbClr val="0F9B8E"/>
                </a:solidFill>
              </a:rPr>
              <a:t>02</a:t>
            </a:r>
          </a:p>
        </p:txBody>
      </p:sp>
      <p:sp>
        <p:nvSpPr>
          <p:cNvPr id="11" name="step-title">
            <a:extLst xmlns:a="http://schemas.openxmlformats.org/drawingml/2006/main">
              <a:ext uri="{FF2B5EF4-FFF2-40B4-BE49-F238E27FC236}">
                <a16:creationId xmlns:a16="http://schemas.microsoft.com/office/drawing/2014/main" id="{37DC82A7-4018-4D4D-A3FF-C2FE3634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860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Qwen plan</a:t>
            </a:r>
          </a:p>
        </p:txBody>
      </p:sp>
      <p:sp>
        <p:nvSpPr>
          <p:cNvPr id="12" name="step-body">
            <a:extLst xmlns:a="http://schemas.openxmlformats.org/drawingml/2006/main">
              <a:ext uri="{FF2B5EF4-FFF2-40B4-BE49-F238E27FC236}">
                <a16:creationId xmlns:a16="http://schemas.microsoft.com/office/drawing/2014/main" id="{9EA52328-080D-4DD1-AA6B-324020E7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Qwen Cloud or local Qwen returns a JSON browser plan. Fallback is visible.</a:t>
            </a:r>
          </a:p>
        </p:txBody>
      </p:sp>
      <p:sp>
        <p:nvSpPr>
          <p:cNvPr id="13" name="step-panel">
            <a:extLst xmlns:a="http://schemas.openxmlformats.org/drawingml/2006/main">
              <a:ext uri="{FF2B5EF4-FFF2-40B4-BE49-F238E27FC236}">
                <a16:creationId xmlns:a16="http://schemas.microsoft.com/office/drawing/2014/main" id="{66C3A594-CFC1-4613-BBF3-0C2FF31D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6B5EE49-A29E-4B76-A322-BBED8E5B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5" name="step-title">
            <a:extLst xmlns:a="http://schemas.openxmlformats.org/drawingml/2006/main">
              <a:ext uri="{FF2B5EF4-FFF2-40B4-BE49-F238E27FC236}">
                <a16:creationId xmlns:a16="http://schemas.microsoft.com/office/drawing/2014/main" id="{21674C23-1874-4B60-BA9F-B9FCC2B7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Sandbox runner</a:t>
            </a:r>
          </a:p>
        </p:txBody>
      </p:sp>
      <p:sp>
        <p:nvSpPr>
          <p:cNvPr id="16" name="step-body">
            <a:extLst xmlns:a="http://schemas.openxmlformats.org/drawingml/2006/main">
              <a:ext uri="{FF2B5EF4-FFF2-40B4-BE49-F238E27FC236}">
                <a16:creationId xmlns:a16="http://schemas.microsoft.com/office/drawing/2014/main" id="{91187D01-E383-45B5-A616-AE473E6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Playwright executes only allowlisted local sandbox pages and actions.</a:t>
            </a:r>
          </a:p>
        </p:txBody>
      </p:sp>
      <p:sp>
        <p:nvSpPr>
          <p:cNvPr id="17" name="step-panel">
            <a:extLst xmlns:a="http://schemas.openxmlformats.org/drawingml/2006/main">
              <a:ext uri="{FF2B5EF4-FFF2-40B4-BE49-F238E27FC236}">
                <a16:creationId xmlns:a16="http://schemas.microsoft.com/office/drawing/2014/main" id="{303C426A-7423-4615-B54F-564DAB85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A52E0BF-F3C5-4BA2-88F9-0AB06830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9" name="step-title">
            <a:extLst xmlns:a="http://schemas.openxmlformats.org/drawingml/2006/main">
              <a:ext uri="{FF2B5EF4-FFF2-40B4-BE49-F238E27FC236}">
                <a16:creationId xmlns:a16="http://schemas.microsoft.com/office/drawing/2014/main" id="{806A2348-DF8D-42DF-9FAC-8FDEBEC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Evidence report</a:t>
            </a:r>
          </a:p>
        </p:txBody>
      </p:sp>
      <p:sp>
        <p:nvSpPr>
          <p:cNvPr id="20" name="step-body">
            <a:extLst xmlns:a="http://schemas.openxmlformats.org/drawingml/2006/main">
              <a:ext uri="{FF2B5EF4-FFF2-40B4-BE49-F238E27FC236}">
                <a16:creationId xmlns:a16="http://schemas.microsoft.com/office/drawing/2014/main" id="{BF29F323-67B3-4D42-A7F9-E5EC181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863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DOM extracts are attached to the result for auditability.</a:t>
            </a:r>
          </a:p>
        </p:txBody>
      </p:sp>
      <p:sp>
        <p:nvSpPr>
          <p:cNvPr id="21" name="step-panel">
            <a:extLst xmlns:a="http://schemas.openxmlformats.org/drawingml/2006/main">
              <a:ext uri="{FF2B5EF4-FFF2-40B4-BE49-F238E27FC236}">
                <a16:creationId xmlns:a16="http://schemas.microsoft.com/office/drawing/2014/main" id="{17699E96-D3A7-473B-9797-7AB6E513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44C797E-AA44-4CBE-BCBF-8057789B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3D"/>
                </a:solidFill>
              </a:defRPr>
            </a:pPr>
            <a:r>
              <a:rPr sz="2100" b="1">
                <a:solidFill>
                  <a:srgbClr val="C2413D"/>
                </a:solidFill>
              </a:rPr>
              <a:t>05</a:t>
            </a:r>
          </a:p>
        </p:txBody>
      </p:sp>
      <p:sp>
        <p:nvSpPr>
          <p:cNvPr id="23" name="step-title">
            <a:extLst xmlns:a="http://schemas.openxmlformats.org/drawingml/2006/main">
              <a:ext uri="{FF2B5EF4-FFF2-40B4-BE49-F238E27FC236}">
                <a16:creationId xmlns:a16="http://schemas.microsoft.com/office/drawing/2014/main" id="{BA1ED37E-4125-483A-B044-A216658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Approval gate</a:t>
            </a:r>
          </a:p>
        </p:txBody>
      </p:sp>
      <p:sp>
        <p:nvSpPr>
          <p:cNvPr id="24" name="step-body">
            <a:extLst xmlns:a="http://schemas.openxmlformats.org/drawingml/2006/main">
              <a:ext uri="{FF2B5EF4-FFF2-40B4-BE49-F238E27FC236}">
                <a16:creationId xmlns:a16="http://schemas.microsoft.com/office/drawing/2014/main" id="{BA2EF2F2-7C6A-4CA2-B64D-B26A9C8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Draft reply pauses before any customer-facing send action.</a:t>
            </a:r>
          </a:p>
        </p:txBody>
      </p:sp>
    </p:spTree>
    <p:extLst>
      <p:ext uri="{BB962C8B-B14F-4D97-AF65-F5344CB8AC3E}">
        <p14:creationId xmlns:p14="http://schemas.microsoft.com/office/powerpoint/2010/main" val="1280062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ADE52-F731-4A50-8A59-F0B211F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DFEB7D-5D31-4EC6-93E2-4919981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model plans; deterministic code enforces boundaries and collects evidence.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2662E00-1C88-4C57-9A61-6913EA4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7FFD12-3FB6-420D-B023-FCE4B51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arch-box">
            <a:extLst xmlns:a="http://schemas.openxmlformats.org/drawingml/2006/main">
              <a:ext uri="{FF2B5EF4-FFF2-40B4-BE49-F238E27FC236}">
                <a16:creationId xmlns:a16="http://schemas.microsoft.com/office/drawing/2014/main" id="{E6E0CAD6-C49D-4DC3-A868-41F8F04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title">
            <a:extLst xmlns:a="http://schemas.openxmlformats.org/drawingml/2006/main">
              <a:ext uri="{FF2B5EF4-FFF2-40B4-BE49-F238E27FC236}">
                <a16:creationId xmlns:a16="http://schemas.microsoft.com/office/drawing/2014/main" id="{A4D044DE-D4C9-4BA8-A82E-899DADA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React UI</a:t>
            </a:r>
          </a:p>
        </p:txBody>
      </p:sp>
      <p:sp>
        <p:nvSpPr>
          <p:cNvPr id="7" name="arch-body">
            <a:extLst xmlns:a="http://schemas.openxmlformats.org/drawingml/2006/main">
              <a:ext uri="{FF2B5EF4-FFF2-40B4-BE49-F238E27FC236}">
                <a16:creationId xmlns:a16="http://schemas.microsoft.com/office/drawing/2014/main" id="{4C040050-BC72-4697-80DE-25D618C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Objective, trace, evidence, approval panel</a:t>
            </a:r>
          </a:p>
        </p:txBody>
      </p:sp>
      <p:sp>
        <p:nvSpPr>
          <p:cNvPr id="8" name="arch-box">
            <a:extLst xmlns:a="http://schemas.openxmlformats.org/drawingml/2006/main">
              <a:ext uri="{FF2B5EF4-FFF2-40B4-BE49-F238E27FC236}">
                <a16:creationId xmlns:a16="http://schemas.microsoft.com/office/drawing/2014/main" id="{C52055C8-0F3F-4E23-ABCF-11E86D5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title">
            <a:extLst xmlns:a="http://schemas.openxmlformats.org/drawingml/2006/main">
              <a:ext uri="{FF2B5EF4-FFF2-40B4-BE49-F238E27FC236}">
                <a16:creationId xmlns:a16="http://schemas.microsoft.com/office/drawing/2014/main" id="{247D5F72-C5D3-4933-BF00-F12C1F3B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Express API</a:t>
            </a:r>
          </a:p>
        </p:txBody>
      </p:sp>
      <p:sp>
        <p:nvSpPr>
          <p:cNvPr id="10" name="arch-body">
            <a:extLst xmlns:a="http://schemas.openxmlformats.org/drawingml/2006/main">
              <a:ext uri="{FF2B5EF4-FFF2-40B4-BE49-F238E27FC236}">
                <a16:creationId xmlns:a16="http://schemas.microsoft.com/office/drawing/2014/main" id="{7B6C5BF3-B454-4E01-9278-3544F27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194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/api/health, /api/browser-agent/run, /sandbox/*</a:t>
            </a:r>
          </a:p>
        </p:txBody>
      </p:sp>
      <p:sp>
        <p:nvSpPr>
          <p:cNvPr id="11" name="arch-box">
            <a:extLst xmlns:a="http://schemas.openxmlformats.org/drawingml/2006/main">
              <a:ext uri="{FF2B5EF4-FFF2-40B4-BE49-F238E27FC236}">
                <a16:creationId xmlns:a16="http://schemas.microsoft.com/office/drawing/2014/main" id="{DF5B90C9-F0FD-4601-A0CD-E3479D2C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90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title">
            <a:extLst xmlns:a="http://schemas.openxmlformats.org/drawingml/2006/main">
              <a:ext uri="{FF2B5EF4-FFF2-40B4-BE49-F238E27FC236}">
                <a16:creationId xmlns:a16="http://schemas.microsoft.com/office/drawing/2014/main" id="{F4734F91-0C67-4509-88AE-91AFF1DC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Qwen adapter</a:t>
            </a:r>
          </a:p>
        </p:txBody>
      </p:sp>
      <p:sp>
        <p:nvSpPr>
          <p:cNvPr id="13" name="arch-body">
            <a:extLst xmlns:a="http://schemas.openxmlformats.org/drawingml/2006/main">
              <a:ext uri="{FF2B5EF4-FFF2-40B4-BE49-F238E27FC236}">
                <a16:creationId xmlns:a16="http://schemas.microsoft.com/office/drawing/2014/main" id="{10F2FC62-89A4-4081-B467-1DD9BDB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DashScope-compatible API or local Qwen endpoint</a:t>
            </a:r>
          </a:p>
        </p:txBody>
      </p:sp>
      <p:sp>
        <p:nvSpPr>
          <p:cNvPr id="14" name="arch-box">
            <a:extLst xmlns:a="http://schemas.openxmlformats.org/drawingml/2006/main">
              <a:ext uri="{FF2B5EF4-FFF2-40B4-BE49-F238E27FC236}">
                <a16:creationId xmlns:a16="http://schemas.microsoft.com/office/drawing/2014/main" id="{3646B810-F1B7-4B55-BCBF-E2FA1AE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title">
            <a:extLst xmlns:a="http://schemas.openxmlformats.org/drawingml/2006/main">
              <a:ext uri="{FF2B5EF4-FFF2-40B4-BE49-F238E27FC236}">
                <a16:creationId xmlns:a16="http://schemas.microsoft.com/office/drawing/2014/main" id="{99B7AB9B-3B26-4414-AF5B-6B77995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Playwright runner</a:t>
            </a:r>
          </a:p>
        </p:txBody>
      </p:sp>
      <p:sp>
        <p:nvSpPr>
          <p:cNvPr id="16" name="arch-body">
            <a:extLst xmlns:a="http://schemas.openxmlformats.org/drawingml/2006/main">
              <a:ext uri="{FF2B5EF4-FFF2-40B4-BE49-F238E27FC236}">
                <a16:creationId xmlns:a16="http://schemas.microsoft.com/office/drawing/2014/main" id="{F46C401C-5C99-417E-AABA-F43214BB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Allowed sandbox navigation and DOM extraction</a:t>
            </a:r>
          </a:p>
        </p:txBody>
      </p:sp>
      <p:sp>
        <p:nvSpPr>
          <p:cNvPr id="17" name="arch-box">
            <a:extLst xmlns:a="http://schemas.openxmlformats.org/drawingml/2006/main">
              <a:ext uri="{FF2B5EF4-FFF2-40B4-BE49-F238E27FC236}">
                <a16:creationId xmlns:a16="http://schemas.microsoft.com/office/drawing/2014/main" id="{3A3917D0-6395-4A63-B65C-09D9940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719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title">
            <a:extLst xmlns:a="http://schemas.openxmlformats.org/drawingml/2006/main">
              <a:ext uri="{FF2B5EF4-FFF2-40B4-BE49-F238E27FC236}">
                <a16:creationId xmlns:a16="http://schemas.microsoft.com/office/drawing/2014/main" id="{D5EF0872-EEA3-4D5B-9D27-5EEE5F70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624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Approval result</a:t>
            </a:r>
          </a:p>
        </p:txBody>
      </p:sp>
      <p:sp>
        <p:nvSpPr>
          <p:cNvPr id="19" name="arch-body">
            <a:extLst xmlns:a="http://schemas.openxmlformats.org/drawingml/2006/main">
              <a:ext uri="{FF2B5EF4-FFF2-40B4-BE49-F238E27FC236}">
                <a16:creationId xmlns:a16="http://schemas.microsoft.com/office/drawing/2014/main" id="{880D48F9-7ECE-4336-A353-0C9234F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Human review required before customer reply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3C4A5E4F-B79E-42B4-A16B-C8A60560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47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1" name="arrow">
            <a:extLst xmlns:a="http://schemas.openxmlformats.org/drawingml/2006/main">
              <a:ext uri="{FF2B5EF4-FFF2-40B4-BE49-F238E27FC236}">
                <a16:creationId xmlns:a16="http://schemas.microsoft.com/office/drawing/2014/main" id="{0A6A7C41-6CAE-4D4A-8626-E099AC35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47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2" name="arrow">
            <a:extLst xmlns:a="http://schemas.openxmlformats.org/drawingml/2006/main">
              <a:ext uri="{FF2B5EF4-FFF2-40B4-BE49-F238E27FC236}">
                <a16:creationId xmlns:a16="http://schemas.microsoft.com/office/drawing/2014/main" id="{3E5BB056-CC51-47D0-AD83-CD7AE23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47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3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03E77CDE-B3A7-4AEC-BF7A-C1DD3F38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9B8E"/>
                </a:solidFill>
              </a:defRPr>
            </a:pPr>
            <a:r>
              <a:rPr sz="1350" b="0">
                <a:solidFill>
                  <a:srgbClr val="0F9B8E"/>
                </a:solidFill>
              </a:rPr>
              <a:t>evidence + pause</a:t>
            </a:r>
          </a:p>
        </p:txBody>
      </p:sp>
    </p:spTree>
    <p:extLst>
      <p:ext uri="{BB962C8B-B14F-4D97-AF65-F5344CB8AC3E}">
        <p14:creationId xmlns:p14="http://schemas.microsoft.com/office/powerpoint/2010/main" val="1000094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BB91E-C6C0-41B6-A7A6-DA95B186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What the demo shows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0AE1DF-E872-4603-9CFA-B5B9BEA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floating V agent dock gives a browser-agent entry point without using private Tabi/Nami code.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B2FED5-F86E-431F-96CE-4F5ABFD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C23734B-15BA-4CCC-951B-A8B051F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AA5B5B2-280F-4AE7-8284-98147CF8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16d9127664469"/>
          <a:srcRect xmlns:a="http://schemas.openxmlformats.org/drawingml/2006/main" l="0" t="9395" r="0" b="9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19300"/>
            <a:ext cx="65532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BC7A310B-EDE6-4096-A4D3-EBB8CD2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52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Planner status is visible: Qwen, local Qwen, or safe fallback.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Trace and evidence are shown before completion.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Customer reply is drafted but not sent.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Sandbox-only runner protects real browser profiles and data.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67FD09-B894-462F-9476-0641DAC2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B8E"/>
                </a:solidFill>
              </a:defRPr>
            </a:pPr>
            <a:r>
              <a:rPr sz="1800" b="1">
                <a:solidFill>
                  <a:srgbClr val="0F9B8E"/>
                </a:solidFill>
              </a:rPr>
              <a:t>Public-safe demo, not a Tabi source-code fork.</a:t>
            </a:r>
          </a:p>
        </p:txBody>
      </p:sp>
    </p:spTree>
    <p:extLst>
      <p:ext uri="{BB962C8B-B14F-4D97-AF65-F5344CB8AC3E}">
        <p14:creationId xmlns:p14="http://schemas.microsoft.com/office/powerpoint/2010/main" val="848293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776036-832C-4899-B125-74CC58F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Safety model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142194-4C7D-4052-8F4D-77756E45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Vexa is intentionally narrow: enough to prove the agent pattern, without exposing private product code or customer data.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91884A-EC71-4AAE-9256-F0F6E147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BFB576-7359-4DEE-8277-26092CBD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safety-row">
            <a:extLst xmlns:a="http://schemas.openxmlformats.org/drawingml/2006/main">
              <a:ext uri="{FF2B5EF4-FFF2-40B4-BE49-F238E27FC236}">
                <a16:creationId xmlns:a16="http://schemas.microsoft.com/office/drawing/2014/main" id="{A7E6A53C-A17B-4118-89D8-CA7EBFA0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56A9EB44-808A-4E6D-8F91-C785E41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 real browser profile</a:t>
            </a:r>
          </a:p>
        </p:txBody>
      </p:sp>
      <p:sp>
        <p:nvSpPr>
          <p:cNvPr id="7" name="safety-body">
            <a:extLst xmlns:a="http://schemas.openxmlformats.org/drawingml/2006/main">
              <a:ext uri="{FF2B5EF4-FFF2-40B4-BE49-F238E27FC236}">
                <a16:creationId xmlns:a16="http://schemas.microsoft.com/office/drawing/2014/main" id="{38758C6A-5FEC-475F-AEAF-BC2E17FA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Sandbox pages only; no cookies, customer files, or logged-in sessions.</a:t>
            </a:r>
          </a:p>
        </p:txBody>
      </p:sp>
      <p:sp>
        <p:nvSpPr>
          <p:cNvPr id="8" name="safety-row">
            <a:extLst xmlns:a="http://schemas.openxmlformats.org/drawingml/2006/main">
              <a:ext uri="{FF2B5EF4-FFF2-40B4-BE49-F238E27FC236}">
                <a16:creationId xmlns:a16="http://schemas.microsoft.com/office/drawing/2014/main" id="{E4CB7A58-2784-4D2F-BADE-2AC0FA9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3912B66E-1F17-46B7-A1A7-442AD66A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 unattended send</a:t>
            </a:r>
          </a:p>
        </p:txBody>
      </p:sp>
      <p:sp>
        <p:nvSpPr>
          <p:cNvPr id="10" name="safety-body">
            <a:extLst xmlns:a="http://schemas.openxmlformats.org/drawingml/2006/main">
              <a:ext uri="{FF2B5EF4-FFF2-40B4-BE49-F238E27FC236}">
                <a16:creationId xmlns:a16="http://schemas.microsoft.com/office/drawing/2014/main" id="{7B07283D-CE68-4D0D-8EC2-39A76719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reply action ends in waiting_for_human.</a:t>
            </a:r>
          </a:p>
        </p:txBody>
      </p:sp>
      <p:sp>
        <p:nvSpPr>
          <p:cNvPr id="11" name="safety-row">
            <a:extLst xmlns:a="http://schemas.openxmlformats.org/drawingml/2006/main">
              <a:ext uri="{FF2B5EF4-FFF2-40B4-BE49-F238E27FC236}">
                <a16:creationId xmlns:a16="http://schemas.microsoft.com/office/drawing/2014/main" id="{975C2976-6F76-4A11-B059-003DEEB8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2E77AEAC-775F-4B1A-9F51-9018606F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Visible fallback</a:t>
            </a:r>
          </a:p>
        </p:txBody>
      </p:sp>
      <p:sp>
        <p:nvSpPr>
          <p:cNvPr id="13" name="safety-body">
            <a:extLst xmlns:a="http://schemas.openxmlformats.org/drawingml/2006/main">
              <a:ext uri="{FF2B5EF4-FFF2-40B4-BE49-F238E27FC236}">
                <a16:creationId xmlns:a16="http://schemas.microsoft.com/office/drawing/2014/main" id="{9B8899BA-C7E4-44BF-A472-D5A161E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Provider errors are surfaced instead of pretending a Qwen call succeeded.</a:t>
            </a:r>
          </a:p>
        </p:txBody>
      </p:sp>
      <p:sp>
        <p:nvSpPr>
          <p:cNvPr id="14" name="safety-row">
            <a:extLst xmlns:a="http://schemas.openxmlformats.org/drawingml/2006/main">
              <a:ext uri="{FF2B5EF4-FFF2-40B4-BE49-F238E27FC236}">
                <a16:creationId xmlns:a16="http://schemas.microsoft.com/office/drawing/2014/main" id="{D897E4AB-A7F4-4480-8DD3-A5CDA6D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AA70764F-908C-41F4-9A1B-D5DAC066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Open boundary</a:t>
            </a:r>
          </a:p>
        </p:txBody>
      </p:sp>
      <p:sp>
        <p:nvSpPr>
          <p:cNvPr id="16" name="safety-body">
            <a:extLst xmlns:a="http://schemas.openxmlformats.org/drawingml/2006/main">
              <a:ext uri="{FF2B5EF4-FFF2-40B4-BE49-F238E27FC236}">
                <a16:creationId xmlns:a16="http://schemas.microsoft.com/office/drawing/2014/main" id="{C7025196-ABC1-40E9-ABF4-4B91783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Public repo excludes private Tabi desktop and Nami core source.</a:t>
            </a:r>
          </a:p>
        </p:txBody>
      </p:sp>
    </p:spTree>
    <p:extLst>
      <p:ext uri="{BB962C8B-B14F-4D97-AF65-F5344CB8AC3E}">
        <p14:creationId xmlns:p14="http://schemas.microsoft.com/office/powerpoint/2010/main" val="621748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C71A6B-53F5-4574-AC58-EEC1B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Submission evidence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8CD619-43F0-4CF4-B2C9-604F6452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public package is verifiable before cloud deployment.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E7FA2C-D8FC-4D2A-8C93-8BB3628C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0E984A-9018-4940-9C3D-D9C0A7F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5C2A488-B1C8-47DF-AF47-42902E4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FD5C47C-A9AC-4A5F-960A-1D426D9E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Repo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B6E8E6E-ECA3-4B68-8132-069597B3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Public GitHub repository published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59C56298-910E-4C57-BDEE-0DCDF9F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B3B790A-A189-49C6-860B-4BC884AC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License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E9A102F-B715-4079-8A42-E483CBF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MIT detected on GitHub</a:t>
            </a:r>
          </a:p>
        </p:txBody>
      </p:sp>
      <p:sp>
        <p:nvSpPr>
          <p:cNvPr id="11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190444C7-064D-4107-9E94-68BF2EC7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907BCB3-D44A-4397-82D1-B0A2106F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9B8E"/>
                </a:solidFill>
              </a:defRPr>
            </a:pPr>
            <a:r>
              <a:rPr sz="3750" b="1">
                <a:solidFill>
                  <a:srgbClr val="0F9B8E"/>
                </a:solidFill>
              </a:rPr>
              <a:t>CI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94AB6D4-4DB0-47A0-9745-858DD70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Submission checks passing</a:t>
            </a:r>
          </a:p>
        </p:txBody>
      </p:sp>
      <p:sp>
        <p:nvSpPr>
          <p:cNvPr id="1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FC67E7A6-05EA-48B3-90BF-5E5CD998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71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130ADE8-C08B-417F-B81E-3A7F9AB6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Docker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56428BE-CB29-4D69-9AC2-72B13FD3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Container smoke passed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B4D27DE-B14E-4130-8C01-FDB0438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3A7FF4-D2E9-460B-8B6B-1B15EA8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Code proof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963B84A-77A5-4AC2-85BB-0C32F0C1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github.com/bypinkland-mi/vexa-autopilot/blob/main/server/qwen-cloud.mjs</a:t>
            </a:r>
          </a:p>
        </p:txBody>
      </p:sp>
    </p:spTree>
    <p:extLst>
      <p:ext uri="{BB962C8B-B14F-4D97-AF65-F5344CB8AC3E}">
        <p14:creationId xmlns:p14="http://schemas.microsoft.com/office/powerpoint/2010/main" val="144747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354742-57A8-4861-A18D-8F07DD8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Remaining external gates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97BFE3-7D7C-4BAB-9295-A71B733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repo is ready. Final eligibility needs Alibaba Cloud and media submission evidence.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F9DBA-3EAD-4A8D-9BAE-870734DF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Vexa Autopilot / Qwen Cloud Hackathon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1AC8EE-800F-4C36-8A87-8B148AB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step-panel">
            <a:extLst xmlns:a="http://schemas.openxmlformats.org/drawingml/2006/main">
              <a:ext uri="{FF2B5EF4-FFF2-40B4-BE49-F238E27FC236}">
                <a16:creationId xmlns:a16="http://schemas.microsoft.com/office/drawing/2014/main" id="{9EC02FF1-8AB5-4A74-9C21-A53A898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620E16-2AF5-40B2-9018-279E217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3D"/>
                </a:solidFill>
              </a:defRPr>
            </a:pPr>
            <a:r>
              <a:rPr sz="2100" b="1">
                <a:solidFill>
                  <a:srgbClr val="C2413D"/>
                </a:solidFill>
              </a:rPr>
              <a:t>01</a:t>
            </a:r>
          </a:p>
        </p:txBody>
      </p:sp>
      <p:sp>
        <p:nvSpPr>
          <p:cNvPr id="7" name="step-title">
            <a:extLst xmlns:a="http://schemas.openxmlformats.org/drawingml/2006/main">
              <a:ext uri="{FF2B5EF4-FFF2-40B4-BE49-F238E27FC236}">
                <a16:creationId xmlns:a16="http://schemas.microsoft.com/office/drawing/2014/main" id="{8F34EA65-BD01-4DF0-90E3-C498B22F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Configure Alibaba Cloud</a:t>
            </a:r>
          </a:p>
        </p:txBody>
      </p:sp>
      <p:sp>
        <p:nvSpPr>
          <p:cNvPr id="8" name="step-body">
            <a:extLst xmlns:a="http://schemas.openxmlformats.org/drawingml/2006/main">
              <a:ext uri="{FF2B5EF4-FFF2-40B4-BE49-F238E27FC236}">
                <a16:creationId xmlns:a16="http://schemas.microsoft.com/office/drawing/2014/main" id="{B86F8EC9-3384-4213-AB04-86A425DA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Create ~/.aliyun/config.json or deploy through console with the documented env vars.</a:t>
            </a:r>
          </a:p>
        </p:txBody>
      </p:sp>
      <p:sp>
        <p:nvSpPr>
          <p:cNvPr id="9" name="step-panel">
            <a:extLst xmlns:a="http://schemas.openxmlformats.org/drawingml/2006/main">
              <a:ext uri="{FF2B5EF4-FFF2-40B4-BE49-F238E27FC236}">
                <a16:creationId xmlns:a16="http://schemas.microsoft.com/office/drawing/2014/main" id="{5E8C798C-BD79-4E42-8B0C-71EB1904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AC38465-9E2E-4C5B-9AEB-B4D9CA5C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3D"/>
                </a:solidFill>
              </a:defRPr>
            </a:pPr>
            <a:r>
              <a:rPr sz="2100" b="1">
                <a:solidFill>
                  <a:srgbClr val="C2413D"/>
                </a:solidFill>
              </a:rPr>
              <a:t>02</a:t>
            </a:r>
          </a:p>
        </p:txBody>
      </p:sp>
      <p:sp>
        <p:nvSpPr>
          <p:cNvPr id="11" name="step-title">
            <a:extLst xmlns:a="http://schemas.openxmlformats.org/drawingml/2006/main">
              <a:ext uri="{FF2B5EF4-FFF2-40B4-BE49-F238E27FC236}">
                <a16:creationId xmlns:a16="http://schemas.microsoft.com/office/drawing/2014/main" id="{E25360A0-8238-4DA7-8168-ACC7BD02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Deploy backend</a:t>
            </a:r>
          </a:p>
        </p:txBody>
      </p:sp>
      <p:sp>
        <p:nvSpPr>
          <p:cNvPr id="12" name="step-body">
            <a:extLst xmlns:a="http://schemas.openxmlformats.org/drawingml/2006/main">
              <a:ext uri="{FF2B5EF4-FFF2-40B4-BE49-F238E27FC236}">
                <a16:creationId xmlns:a16="http://schemas.microsoft.com/office/drawing/2014/main" id="{A5280A0A-88EA-4300-864D-6EBFBD2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Run the Docker image on Alibaba Cloud and keep the URL online for judging.</a:t>
            </a:r>
          </a:p>
        </p:txBody>
      </p:sp>
      <p:sp>
        <p:nvSpPr>
          <p:cNvPr id="13" name="step-panel">
            <a:extLst xmlns:a="http://schemas.openxmlformats.org/drawingml/2006/main">
              <a:ext uri="{FF2B5EF4-FFF2-40B4-BE49-F238E27FC236}">
                <a16:creationId xmlns:a16="http://schemas.microsoft.com/office/drawing/2014/main" id="{161E40BF-B0B4-4A2E-996D-FDB1859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996555-9DAF-4BA4-87F2-71628E53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B8E"/>
                </a:solidFill>
              </a:defRPr>
            </a:pPr>
            <a:r>
              <a:rPr sz="2100" b="1">
                <a:solidFill>
                  <a:srgbClr val="0F9B8E"/>
                </a:solidFill>
              </a:rPr>
              <a:t>03</a:t>
            </a:r>
          </a:p>
        </p:txBody>
      </p:sp>
      <p:sp>
        <p:nvSpPr>
          <p:cNvPr id="15" name="step-title">
            <a:extLst xmlns:a="http://schemas.openxmlformats.org/drawingml/2006/main">
              <a:ext uri="{FF2B5EF4-FFF2-40B4-BE49-F238E27FC236}">
                <a16:creationId xmlns:a16="http://schemas.microsoft.com/office/drawing/2014/main" id="{B6A168E4-212D-4ABB-877A-C3EF4822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Verify URL</a:t>
            </a:r>
          </a:p>
        </p:txBody>
      </p:sp>
      <p:sp>
        <p:nvSpPr>
          <p:cNvPr id="16" name="step-body">
            <a:extLst xmlns:a="http://schemas.openxmlformats.org/drawingml/2006/main">
              <a:ext uri="{FF2B5EF4-FFF2-40B4-BE49-F238E27FC236}">
                <a16:creationId xmlns:a16="http://schemas.microsoft.com/office/drawing/2014/main" id="{3C2DC6F1-847B-4ED7-876E-17835299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Run npm run verify:cloud -- &lt;cloud-url&gt; and capture /api/health plus agent trace.</a:t>
            </a:r>
          </a:p>
        </p:txBody>
      </p:sp>
      <p:sp>
        <p:nvSpPr>
          <p:cNvPr id="17" name="step-panel">
            <a:extLst xmlns:a="http://schemas.openxmlformats.org/drawingml/2006/main">
              <a:ext uri="{FF2B5EF4-FFF2-40B4-BE49-F238E27FC236}">
                <a16:creationId xmlns:a16="http://schemas.microsoft.com/office/drawing/2014/main" id="{866A4DCA-6544-4A1C-8072-159634E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5BA0989-AB85-4758-BF0D-65EE214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B8E"/>
                </a:solidFill>
              </a:defRPr>
            </a:pPr>
            <a:r>
              <a:rPr sz="2100" b="1">
                <a:solidFill>
                  <a:srgbClr val="0F9B8E"/>
                </a:solidFill>
              </a:rPr>
              <a:t>04</a:t>
            </a:r>
          </a:p>
        </p:txBody>
      </p:sp>
      <p:sp>
        <p:nvSpPr>
          <p:cNvPr id="19" name="step-title">
            <a:extLst xmlns:a="http://schemas.openxmlformats.org/drawingml/2006/main">
              <a:ext uri="{FF2B5EF4-FFF2-40B4-BE49-F238E27FC236}">
                <a16:creationId xmlns:a16="http://schemas.microsoft.com/office/drawing/2014/main" id="{DED20B9C-3EA9-42CA-894E-AEEB235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6715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Submit Devpost</a:t>
            </a:r>
          </a:p>
        </p:txBody>
      </p:sp>
      <p:sp>
        <p:nvSpPr>
          <p:cNvPr id="20" name="step-body">
            <a:extLst xmlns:a="http://schemas.openxmlformats.org/drawingml/2006/main">
              <a:ext uri="{FF2B5EF4-FFF2-40B4-BE49-F238E27FC236}">
                <a16:creationId xmlns:a16="http://schemas.microsoft.com/office/drawing/2014/main" id="{7734856C-223D-48B6-A2BD-711F5698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Upload demo video, deck, code proof link, architecture, and Track 4 description.</a:t>
            </a:r>
          </a:p>
        </p:txBody>
      </p:sp>
    </p:spTree>
    <p:extLst>
      <p:ext uri="{BB962C8B-B14F-4D97-AF65-F5344CB8AC3E}">
        <p14:creationId xmlns:p14="http://schemas.microsoft.com/office/powerpoint/2010/main" val="82559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2026-06-30T15:10:42.0390000Z</dcterms:created>
  <dcterms:modified xsi:type="dcterms:W3CDTF">2026-06-30T15:10:42.0390000Z</dcterms:modified>
</coreProperties>
</file>